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4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84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dley Peacock - Q&amp;A Marketing" userId="23ffc2f2-f763-4ebe-87a7-1fe1db353ba0" providerId="ADAL" clId="{7B896BCF-1A02-49E3-A8CC-F485DCE4688B}"/>
    <pc:docChg chg="delSld">
      <pc:chgData name="Dudley Peacock - Q&amp;A Marketing" userId="23ffc2f2-f763-4ebe-87a7-1fe1db353ba0" providerId="ADAL" clId="{7B896BCF-1A02-49E3-A8CC-F485DCE4688B}" dt="2026-02-12T12:42:53.831" v="1" actId="47"/>
      <pc:docMkLst>
        <pc:docMk/>
      </pc:docMkLst>
      <pc:sldChg chg="del">
        <pc:chgData name="Dudley Peacock - Q&amp;A Marketing" userId="23ffc2f2-f763-4ebe-87a7-1fe1db353ba0" providerId="ADAL" clId="{7B896BCF-1A02-49E3-A8CC-F485DCE4688B}" dt="2026-02-12T12:42:51.229" v="0" actId="47"/>
        <pc:sldMkLst>
          <pc:docMk/>
          <pc:sldMk cId="2465883089" sldId="260"/>
        </pc:sldMkLst>
      </pc:sldChg>
      <pc:sldChg chg="del">
        <pc:chgData name="Dudley Peacock - Q&amp;A Marketing" userId="23ffc2f2-f763-4ebe-87a7-1fe1db353ba0" providerId="ADAL" clId="{7B896BCF-1A02-49E3-A8CC-F485DCE4688B}" dt="2026-02-12T12:42:53.831" v="1" actId="47"/>
        <pc:sldMkLst>
          <pc:docMk/>
          <pc:sldMk cId="4186853951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C19B3-D0C8-450E-8368-C0F97C520C8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4C324-4474-465D-AFEB-0123C2B7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1C6A-A02A-8C8C-F1C5-5629D859E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BCE87-0BAF-C6F0-CA5F-52C02C5C0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56EA5-D0AB-83C2-EDCD-7DB96E5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D6C37-7E62-105C-8630-7EC7303C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5B61A-3E94-8025-9AD6-C39C1296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4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2D52-E77A-844B-6136-6BF19607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C524-BAFD-FA28-D192-06A1D732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AEBC7-8F28-02E2-451F-FE96E25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371D6-C95C-AB4A-8C81-A50E3897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ACB0-2ECD-DCEF-0C65-1A23E6B7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0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043E-ADC1-EF6A-16D9-920F74FA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8F18A-BAE9-A375-78F4-AECE844E0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2B22D-BA11-9CA3-EC1F-5E52653B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BF076-226E-6EA5-F5CA-3D8CEB56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568D-66D7-37C4-28F7-2B0B2CD2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3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3FF0-D125-9293-269A-BF1158CA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8CB9-81F7-19E3-E9D4-0BCAB755C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969A-FA1E-24BB-7C0F-6ECF8AF24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C5143-938B-F7F1-FF0B-F1833086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088C7-BA8F-79F7-5AD1-5D6ECB91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44417-1845-77EB-C0BC-85969403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0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F9D0-2129-9CE8-B7A1-47730DAF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178D4-B3F5-306D-DF86-A2AF90E1A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A697F-7EFF-DCAE-9547-5A3993938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4D63D-4394-6ECC-E920-A20CE6092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E88E1-BF58-565D-4A8D-FD24D163E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5BAF4D-E3A3-6374-7F68-F6109C5D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6AE8C-1C28-0A97-A7DA-94C1CA2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53052-71A4-7C11-3C4C-4C95398E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4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7F0F-87B5-058B-1EDE-547C7683D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D4A76-F471-F425-37A2-516DA30E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32DF4-0AE8-ED33-4B08-E723722B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C79EC-1F14-5706-3539-186CFE18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4A124-A0F3-D424-383A-E3C038EF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4EC59-4648-721F-CDD7-EDD1527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1A46E-CDB4-655C-3DC7-EBD297A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4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83FC-4E14-6394-64C2-2A029A43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F7BE5-D8A9-03F0-20AE-AAB806305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874ED-17CC-683D-AFFE-482F38071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DD4C4-AE8D-F823-83ED-813B5571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72DB2-54FF-68EC-3631-5E59F153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92DCF-7E43-900D-12C3-A88197BE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2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5A8E-3696-8DBF-D29E-152771077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6B2F4-7ED6-3F23-3731-35E878933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E53F5-2035-AA6D-C1D2-FE1E0CB01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AE6BB-F480-A408-61A8-C07EADDE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7A2F8-2538-62C7-DA30-1FE4E712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95E60-EE1C-E5F5-8A7A-AB2ACC7E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4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4F14-C3C7-EFD6-C92C-AE04DC96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94235-DFFD-9F6C-2FC8-84B6ED45B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9C02-6E3D-A397-1355-5DB80E52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1198-6AB9-ED2F-0CFE-6F49E8CE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B84C-C77D-2A6D-E295-30AF8C1C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3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C7299-D3C3-5039-1FDE-99F7BF711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0280D-75A5-722B-F117-64E4FDAF4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30425-04EB-D2FE-9986-48DDD3B1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9277-C028-2A84-073B-E86E4441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9234-7DED-CC68-0D4D-F89DD700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C7026-0A66-7D69-AAB3-7FC2EADE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52DA6-4473-21D4-A235-F7734D30C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338A-9228-0794-9575-D72B0AA1E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A90AC-CBD9-4E30-82F8-0C5E9A8F902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E8548-FA2F-7249-1D0D-5A50FF58A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80F5-02EF-9A95-414D-45E772E94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A3C8F-7AA0-499D-9B5A-7DBA35E2E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9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83C905-B058-035D-E8FD-C8039EFAD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DE7352C-1E0D-8110-23BF-D89C983AB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00" y="3057487"/>
            <a:ext cx="4419600" cy="1343025"/>
          </a:xfrm>
          <a:prstGeom prst="rect">
            <a:avLst/>
          </a:prstGeom>
        </p:spPr>
      </p:pic>
      <p:pic>
        <p:nvPicPr>
          <p:cNvPr id="11" name="Picture 10" descr="A close-up of a person's face&#10;&#10;Description automatically generated">
            <a:extLst>
              <a:ext uri="{FF2B5EF4-FFF2-40B4-BE49-F238E27FC236}">
                <a16:creationId xmlns:a16="http://schemas.microsoft.com/office/drawing/2014/main" id="{5B35BE25-94C9-8EE2-73FB-BF8BF0B8F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6" y="235857"/>
            <a:ext cx="12192000" cy="63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4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C49C-924B-07C9-D10F-19E4AE861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3C905-B058-035D-E8FD-C8039EFAD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0ADAEA6-982A-040C-E643-745BE2939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3161"/>
            <a:ext cx="12192000" cy="595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9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83C905-B058-035D-E8FD-C8039EFAD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A9690C9-D9CD-C063-0091-98B24685E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6119"/>
            <a:ext cx="12192000" cy="51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0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83C905-B058-035D-E8FD-C8039EFAD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 descr="A diagram of a flowchart&#10;&#10;Description automatically generated">
            <a:extLst>
              <a:ext uri="{FF2B5EF4-FFF2-40B4-BE49-F238E27FC236}">
                <a16:creationId xmlns:a16="http://schemas.microsoft.com/office/drawing/2014/main" id="{F4CEBA69-CE0B-1D29-0AC2-C1B046F86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517"/>
            <a:ext cx="12192000" cy="56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7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7922"/>
            <a:ext cx="12192000" cy="499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375063" y="455991"/>
            <a:ext cx="7605156" cy="4759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accent1"/>
              </a:buClr>
              <a:buSzPts val="3200"/>
            </a:pPr>
            <a:r>
              <a:rPr lang="en-US" dirty="0"/>
              <a:t>Case Study: </a:t>
            </a:r>
            <a:endParaRPr dirty="0"/>
          </a:p>
        </p:txBody>
      </p:sp>
      <p:pic>
        <p:nvPicPr>
          <p:cNvPr id="80" name="Google Shape;8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79158"/>
            <a:ext cx="12192000" cy="244673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243275"/>
            <a:ext cx="10764000" cy="1402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ct val="100000"/>
              <a:buNone/>
            </a:pPr>
            <a:r>
              <a:rPr lang="en-US" sz="1800" b="1" u="sng" dirty="0"/>
              <a:t>Lead Generation  </a:t>
            </a:r>
            <a:endParaRPr dirty="0"/>
          </a:p>
          <a:p>
            <a:pPr marL="0" indent="0">
              <a:lnSpc>
                <a:spcPct val="115000"/>
              </a:lnSpc>
              <a:buClr>
                <a:schemeClr val="accent1"/>
              </a:buClr>
              <a:buSzPct val="100000"/>
              <a:buNone/>
            </a:pPr>
            <a:r>
              <a:rPr lang="en-US" sz="1800" dirty="0"/>
              <a:t>Business owners are often tasked with developing executing a Lead Generation Strategy. This API Tool leverages sophisticated data handling in order to automate a complex and repetitive task.</a:t>
            </a:r>
            <a:endParaRPr sz="16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83C905-B058-035D-E8FD-C8039EFAD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DE7352C-1E0D-8110-23BF-D89C983AB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00" y="3057487"/>
            <a:ext cx="4419600" cy="1343025"/>
          </a:xfrm>
          <a:prstGeom prst="rect">
            <a:avLst/>
          </a:prstGeom>
        </p:spPr>
      </p:pic>
      <p:pic>
        <p:nvPicPr>
          <p:cNvPr id="11" name="Picture 10" descr="A close-up of a person's face&#10;&#10;Description automatically generated">
            <a:extLst>
              <a:ext uri="{FF2B5EF4-FFF2-40B4-BE49-F238E27FC236}">
                <a16:creationId xmlns:a16="http://schemas.microsoft.com/office/drawing/2014/main" id="{5B35BE25-94C9-8EE2-73FB-BF8BF0B8F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8895"/>
            <a:ext cx="12192000" cy="63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02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35</Words>
  <Application>Microsoft Office PowerPoint</Application>
  <PresentationFormat>Widescreen</PresentationFormat>
  <Paragraphs>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Dudley Peacock</dc:creator>
  <cp:lastModifiedBy>Dudley Peacock - Q&amp;A Marketing</cp:lastModifiedBy>
  <cp:revision>2</cp:revision>
  <dcterms:created xsi:type="dcterms:W3CDTF">2024-05-01T15:44:01Z</dcterms:created>
  <dcterms:modified xsi:type="dcterms:W3CDTF">2026-02-12T12:43:00Z</dcterms:modified>
</cp:coreProperties>
</file>